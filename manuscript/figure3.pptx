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6969"/>
    <p:restoredTop sz="86435"/>
  </p:normalViewPr>
  <p:slideViewPr>
    <p:cSldViewPr snapToGrid="0">
      <p:cViewPr varScale="1">
        <p:scale>
          <a:sx n="105" d="100"/>
          <a:sy n="105" d="100"/>
        </p:scale>
        <p:origin x="173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92637-4ED4-1D40-89E8-28FBCE9D5A10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E1A87-BA02-BD4F-93C3-3BD80A23F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1A87-BA02-BD4F-93C3-3BD80A23F4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4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949D-6051-093E-9E99-4A43C6772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7B1F4-CE69-57A0-CF05-3B7A37B28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67139-CAF1-A9ED-DC48-A5CA5BE1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E50D5-6028-B318-54B7-5315A7B2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735C7-BA0F-59AA-9894-2D3CF2C7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1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E159-0FF5-DD49-15F2-5AC96E91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0A01-D22B-098F-19B0-744EC7E6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E339F-6F58-9FD6-817F-C5A62B0E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1CA5-4117-E4DF-79BC-65069A95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F0F8B-424B-3011-9F36-5C8D354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2116-0C36-2F6E-ED5D-5D488042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6746B-AB2F-F3A8-A966-518E3AA2D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8A0D7-84BD-91D1-8704-C1EF48B1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62AB-AA6C-6814-E496-53B615B3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C4F4-9906-8CF4-5401-F6BFAF7C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0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A76C-CD7C-F0EA-124C-9ECD1515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356D-704A-258A-2F97-B1BDA5795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B860D-67AA-68FD-3EE4-338C4C48B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37927-8DE1-B9F2-85B5-F93E3846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11A76-2A7C-3B4D-43DA-8E467AA1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4334A-9F17-3FA7-1923-41D08DE7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0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2102-46DD-8A24-57FD-B9CE0793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A186A-320B-3A4F-1CA0-11EECA24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92728-1645-9E86-6520-53162433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A1D0F-3E3E-ABC1-8572-EAE247CDE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68E6C-D791-B90C-A953-3ED72A39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EE8FF-19CE-D823-626B-A063EE3D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903FD-CF8C-35B0-BB0A-3B9C2447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D3671-08D8-6771-A7E5-BC2F0402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7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2818-3946-A904-4BAC-4E56AEEC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DF3DF-8A6F-BD8A-F054-9E0167FB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732EB-E14E-4575-D87F-EE4E50F4F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3146B-5D36-E129-2C2F-55E8840E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7E34B-DCFA-A96F-A3CF-60A8046C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BD533-294A-0E8F-5C21-8902F39C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227E-6397-AB29-7A05-52F72886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5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C3CB-7A73-9626-315D-E6E0C531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570E-71EC-351A-A1D0-D9436C1B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6B9EE-520B-D807-2BAB-ACEE7241C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B4991-051C-59EE-8662-CBB6D59A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029A8-169E-7BD4-CA89-15685F47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D58BA-0AF2-F98F-2A08-7C8D7B90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3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9158-81FA-993A-FEEA-4A038982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A1776-4E63-0F8A-6936-AA22C07C6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9781-4074-3A92-E23E-51EE2771E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331E0-02F0-7DCD-45FD-CB15DED6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D648-9D38-92D9-37FF-B28C6882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72AB1-EB68-3E4F-D988-3F7E8DC16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8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3231-4CF6-4DBA-157F-6D8F8329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7D377-621C-BE1D-CD6C-6FDA41153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7ABF-CEF4-973A-09D7-F21F46AD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9F87B-49A5-888F-DDBE-8B875262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D795-25B0-CDAC-886E-9C98934D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7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61864-89EE-6384-1DDE-F656FD21A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8AB43-943B-FEE5-09C0-04666E04C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6F61-F638-4C88-1F33-A41DB41E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ECE1-48D7-861F-7CB1-12A4716F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367C-1BA6-4C46-86CA-D067D59C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8E10F-C5CB-D66C-A24C-B2B50219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3DB5B-9AA1-641D-C284-7347A584E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58F45-13D3-8CAD-2DED-BEE7C1765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E8BA-D933-B76C-9ED2-77C5DE026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00DB6-3269-DEB5-E8C6-C703E3881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F26F-75AD-A25B-058F-DFA806674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DE5A5-B340-DDB2-AA33-1232944AEC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0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642DC5-D74B-7344-AB13-E1710B42A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173" y="687196"/>
            <a:ext cx="12324229" cy="2686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B0746-90EE-69D6-17D7-C06ADC4C6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59" y="3700577"/>
            <a:ext cx="12326400" cy="2686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9A630-12E9-F3C6-E97B-BF1600069313}"/>
              </a:ext>
            </a:extLst>
          </p:cNvPr>
          <p:cNvSpPr txBox="1"/>
          <p:nvPr/>
        </p:nvSpPr>
        <p:spPr>
          <a:xfrm>
            <a:off x="1226634" y="547134"/>
            <a:ext cx="43266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Minimally adjusted</a:t>
            </a: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Fully adjusted</a:t>
            </a:r>
          </a:p>
        </p:txBody>
      </p:sp>
    </p:spTree>
    <p:extLst>
      <p:ext uri="{BB962C8B-B14F-4D97-AF65-F5344CB8AC3E}">
        <p14:creationId xmlns:p14="http://schemas.microsoft.com/office/powerpoint/2010/main" val="179994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</Words>
  <Application>Microsoft Macintosh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Haoqi Sun</dc:creator>
  <cp:lastModifiedBy>Haoqi Sun</cp:lastModifiedBy>
  <cp:revision>1</cp:revision>
  <dcterms:created xsi:type="dcterms:W3CDTF">2024-09-24T22:24:21Z</dcterms:created>
  <dcterms:modified xsi:type="dcterms:W3CDTF">2024-09-25T01:42:44Z</dcterms:modified>
</cp:coreProperties>
</file>